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9198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925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700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108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1967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193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0003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5297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611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5899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4055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7841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1165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059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5920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4664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A0262-314F-4B5B-9B60-31C009F9B2F4}" type="datetimeFigureOut">
              <a:rPr lang="es-ES" smtClean="0"/>
              <a:t>16/12/2025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95A2E32-C237-4F38-A891-20A9F7FB921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106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1F902131-3C2F-4F71-1B65-77377EFB8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s-ES" dirty="0"/>
          </a:p>
          <a:p>
            <a:pPr algn="r"/>
            <a:r>
              <a:rPr lang="es-ES" dirty="0"/>
              <a:t>Mario Pérez Carmona</a:t>
            </a:r>
          </a:p>
        </p:txBody>
      </p:sp>
      <p:pic>
        <p:nvPicPr>
          <p:cNvPr id="5" name="Imagen 4" descr="Forma&#10;&#10;El contenido generado por IA puede ser incorrecto.">
            <a:extLst>
              <a:ext uri="{FF2B5EF4-FFF2-40B4-BE49-F238E27FC236}">
                <a16:creationId xmlns:a16="http://schemas.microsoft.com/office/drawing/2014/main" id="{C0823BDA-22CC-A440-6AB9-43F94DED44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4601" y="703638"/>
            <a:ext cx="8613648" cy="2753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7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BF679-4AD7-4E41-D7B9-5527D466F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Idea y objetivos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0E206B-1CD3-ECA0-4A92-29F72E7D2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7622" y="3219242"/>
            <a:ext cx="1481392" cy="419513"/>
          </a:xfrm>
        </p:spPr>
        <p:txBody>
          <a:bodyPr/>
          <a:lstStyle/>
          <a:p>
            <a:r>
              <a:rPr lang="es-ES" dirty="0"/>
              <a:t>Sencillez </a:t>
            </a:r>
          </a:p>
        </p:txBody>
      </p:sp>
      <p:pic>
        <p:nvPicPr>
          <p:cNvPr id="1026" name="Picture 2" descr="acceso directo del concepto de punto a al punto b - sencillez fotografías e imágenes de stock">
            <a:extLst>
              <a:ext uri="{FF2B5EF4-FFF2-40B4-BE49-F238E27FC236}">
                <a16:creationId xmlns:a16="http://schemas.microsoft.com/office/drawing/2014/main" id="{B32DB551-BCED-E309-E8C9-9AD241AB6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896" y="3638756"/>
            <a:ext cx="3287649" cy="219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A8EF167-C2E3-3970-C755-3308022BD683}"/>
              </a:ext>
            </a:extLst>
          </p:cNvPr>
          <p:cNvSpPr txBox="1">
            <a:spLocks/>
          </p:cNvSpPr>
          <p:nvPr/>
        </p:nvSpPr>
        <p:spPr>
          <a:xfrm>
            <a:off x="2823908" y="1697736"/>
            <a:ext cx="8915400" cy="719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/>
              <a:t>La idea del proyecto se basa en disponer de una aplicación que pueda ayudarnos a gestionar nuestra vida buscando principalmente</a:t>
            </a:r>
            <a:endParaRPr lang="es-ES" dirty="0"/>
          </a:p>
        </p:txBody>
      </p:sp>
      <p:pic>
        <p:nvPicPr>
          <p:cNvPr id="1028" name="Picture 4" descr="desbloquee el potencial de éxito empresarial escaleras dardos y dianas objetivos lupa con la mano sobre fondo gris. explore oportunidades de crecimiento adopte pasos para lograr ambiciones y concepto de meta. - eficiencia fotografías e imágenes de stock">
            <a:extLst>
              <a:ext uri="{FF2B5EF4-FFF2-40B4-BE49-F238E27FC236}">
                <a16:creationId xmlns:a16="http://schemas.microsoft.com/office/drawing/2014/main" id="{C258BD8E-45AF-7FFA-8C1B-21E34042F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2729" y="3638756"/>
            <a:ext cx="3295727" cy="219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2917836-694E-231A-8025-25E330B3C94E}"/>
              </a:ext>
            </a:extLst>
          </p:cNvPr>
          <p:cNvSpPr txBox="1">
            <a:spLocks/>
          </p:cNvSpPr>
          <p:nvPr/>
        </p:nvSpPr>
        <p:spPr>
          <a:xfrm>
            <a:off x="5518556" y="3219241"/>
            <a:ext cx="1481392" cy="419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Eficiente </a:t>
            </a:r>
          </a:p>
        </p:txBody>
      </p:sp>
      <p:pic>
        <p:nvPicPr>
          <p:cNvPr id="1030" name="Picture 6" descr="hombre con camisa roja preparándose para correr escaleras. - autodisciplina fotografías e imágenes de stock">
            <a:extLst>
              <a:ext uri="{FF2B5EF4-FFF2-40B4-BE49-F238E27FC236}">
                <a16:creationId xmlns:a16="http://schemas.microsoft.com/office/drawing/2014/main" id="{BC7FCABB-F112-814E-FAA1-E8EEE72EB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0" y="3638754"/>
            <a:ext cx="3557985" cy="219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4847DCA-6E5C-560B-113D-E9FA30FE75C3}"/>
              </a:ext>
            </a:extLst>
          </p:cNvPr>
          <p:cNvSpPr txBox="1">
            <a:spLocks/>
          </p:cNvSpPr>
          <p:nvPr/>
        </p:nvSpPr>
        <p:spPr>
          <a:xfrm>
            <a:off x="9376935" y="3219240"/>
            <a:ext cx="1891139" cy="41951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Autodisciplina </a:t>
            </a:r>
          </a:p>
        </p:txBody>
      </p:sp>
    </p:spTree>
    <p:extLst>
      <p:ext uri="{BB962C8B-B14F-4D97-AF65-F5344CB8AC3E}">
        <p14:creationId xmlns:p14="http://schemas.microsoft.com/office/powerpoint/2010/main" val="139839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62E983-CDBF-E172-E1A5-05FC788C4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s-ES" sz="3200"/>
              <a:t>Arquitectura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13C478-BE70-90DE-3923-6C37605E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La Arquitectura elegida se divide en 3 partes por cada sección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Activity la cual actúa como “contenedor” y punto de entrada con poca lógica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Screen que es la función @Compensable que dibuja la interfaz final y donde el peso grande reside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El combo de doble almacenamiento tanto local como Firebase para la gestión de los datos</a:t>
            </a:r>
          </a:p>
        </p:txBody>
      </p:sp>
      <p:pic>
        <p:nvPicPr>
          <p:cNvPr id="28" name="Picture 27" descr="Cubos conectados con una línea roja">
            <a:extLst>
              <a:ext uri="{FF2B5EF4-FFF2-40B4-BE49-F238E27FC236}">
                <a16:creationId xmlns:a16="http://schemas.microsoft.com/office/drawing/2014/main" id="{32675945-E380-33BA-61BA-715215163C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34" r="13775" b="-1"/>
          <a:stretch>
            <a:fillRect/>
          </a:stretch>
        </p:blipFill>
        <p:spPr>
          <a:xfrm>
            <a:off x="6091916" y="10"/>
            <a:ext cx="6100084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52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BED3D-45DD-9B1A-2A72-1DB6FCC1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674" y="500285"/>
            <a:ext cx="8911687" cy="842740"/>
          </a:xfrm>
        </p:spPr>
        <p:txBody>
          <a:bodyPr/>
          <a:lstStyle/>
          <a:p>
            <a:r>
              <a:rPr lang="es-ES" dirty="0"/>
              <a:t>Diseño</a:t>
            </a:r>
          </a:p>
        </p:txBody>
      </p:sp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AE1A31F4-2BB1-786B-634E-011A228DA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821" y="1519015"/>
            <a:ext cx="5809832" cy="48387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A79DF6B-56D4-155E-6186-D602B2052975}"/>
              </a:ext>
            </a:extLst>
          </p:cNvPr>
          <p:cNvSpPr txBox="1"/>
          <p:nvPr/>
        </p:nvSpPr>
        <p:spPr>
          <a:xfrm>
            <a:off x="6867642" y="1672209"/>
            <a:ext cx="4288537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tx1"/>
                </a:solidFill>
              </a:rPr>
              <a:t>El diseño pese a ser sencillo, permite sacar bastantes apartados como :</a:t>
            </a:r>
          </a:p>
          <a:p>
            <a:endParaRPr lang="es-ES" sz="16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chemeClr val="tx1"/>
                </a:solidFill>
              </a:rPr>
              <a:t>Diseño utilizando </a:t>
            </a:r>
            <a:r>
              <a:rPr lang="es-ES" sz="1400" dirty="0"/>
              <a:t>N</a:t>
            </a:r>
            <a:r>
              <a:rPr lang="es-ES" sz="1400" dirty="0">
                <a:solidFill>
                  <a:schemeClr val="tx1"/>
                </a:solidFill>
              </a:rPr>
              <a:t>avigation</a:t>
            </a:r>
            <a:r>
              <a:rPr lang="es-ES" sz="1400" dirty="0"/>
              <a:t>Bar y distintas actividades para separar el diseño </a:t>
            </a:r>
            <a:r>
              <a:rPr lang="es-ES" sz="1400" dirty="0">
                <a:solidFill>
                  <a:srgbClr val="FF0000"/>
                </a:solidFill>
              </a:rPr>
              <a:t>visualmente en dos secciones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400" dirty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chemeClr val="tx1"/>
                </a:solidFill>
              </a:rPr>
              <a:t>Una donde está la parte principal que a su vez se </a:t>
            </a:r>
            <a:r>
              <a:rPr lang="es-ES" sz="1400" dirty="0">
                <a:solidFill>
                  <a:srgbClr val="00B050"/>
                </a:solidFill>
              </a:rPr>
              <a:t>divide en dos secciones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s-ES" sz="1400" dirty="0">
              <a:solidFill>
                <a:srgbClr val="00B050"/>
              </a:solidFill>
            </a:endParaRP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s-ES" sz="1400" dirty="0"/>
              <a:t>Las principales arriba en grande</a:t>
            </a:r>
          </a:p>
          <a:p>
            <a:pPr marL="1200150" lvl="2" indent="-285750">
              <a:buFont typeface="Wingdings" panose="05000000000000000000" pitchFamily="2" charset="2"/>
              <a:buChar char="Ø"/>
            </a:pPr>
            <a:r>
              <a:rPr lang="es-ES" sz="1400" dirty="0"/>
              <a:t>Las secundarias no tan importantes dentro de las primarias</a:t>
            </a:r>
          </a:p>
          <a:p>
            <a:pPr lvl="2"/>
            <a:endParaRPr lang="es-ES" sz="1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s-ES" sz="1400" dirty="0"/>
              <a:t>Una sección donde está partes más secundarias como buscar amigos o el Perfil</a:t>
            </a:r>
          </a:p>
        </p:txBody>
      </p:sp>
    </p:spTree>
    <p:extLst>
      <p:ext uri="{BB962C8B-B14F-4D97-AF65-F5344CB8AC3E}">
        <p14:creationId xmlns:p14="http://schemas.microsoft.com/office/powerpoint/2010/main" val="2269536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9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8E9107-2696-C01C-781D-1184EA08E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EFFFF"/>
                </a:solidFill>
              </a:rPr>
              <a:t>Demo </a:t>
            </a:r>
            <a:r>
              <a:rPr lang="en-US" sz="4000" dirty="0" err="1">
                <a:solidFill>
                  <a:srgbClr val="FEFFFF"/>
                </a:solidFill>
              </a:rPr>
              <a:t>técnica</a:t>
            </a:r>
            <a:endParaRPr lang="en-US" sz="4000" dirty="0">
              <a:solidFill>
                <a:srgbClr val="FEFFFF"/>
              </a:solidFill>
            </a:endParaRP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Graphic 5" descr="Maestro">
            <a:extLst>
              <a:ext uri="{FF2B5EF4-FFF2-40B4-BE49-F238E27FC236}">
                <a16:creationId xmlns:a16="http://schemas.microsoft.com/office/drawing/2014/main" id="{533FFAB1-136A-E846-4132-D438D7CC7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011" y="967417"/>
            <a:ext cx="4930468" cy="49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366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A8678A-F8ED-E5F9-4FE3-CC4892C0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s-ES" sz="3200">
                <a:solidFill>
                  <a:schemeClr val="bg1"/>
                </a:solidFill>
              </a:rPr>
              <a:t>Detalles para mejorar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316286-A734-3679-B195-EB1476282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6578" y="589722"/>
            <a:ext cx="6798033" cy="5321500"/>
          </a:xfrm>
        </p:spPr>
        <p:txBody>
          <a:bodyPr anchor="ctr">
            <a:normAutofit/>
          </a:bodyPr>
          <a:lstStyle/>
          <a:p>
            <a:r>
              <a:rPr lang="es-ES"/>
              <a:t>Existe algunos detalles que se podrían haber añadido con algo más tiempo para un mayor efecto, por ejemplo</a:t>
            </a:r>
          </a:p>
          <a:p>
            <a:pPr lvl="1"/>
            <a:r>
              <a:rPr lang="es-ES"/>
              <a:t>Más opciones de gestión de hábitos como rutinas, manejos de entrenamientos, conexión con un reloj de entrenamiento (Ej: SmartWatch)</a:t>
            </a:r>
          </a:p>
          <a:p>
            <a:pPr lvl="1"/>
            <a:r>
              <a:rPr lang="es-ES"/>
              <a:t>Mejor gestión de las tareas, mostrando más tipos de tareas, tareas divididas en secciones para enfatizar en pequeños incrementos, etc.</a:t>
            </a:r>
          </a:p>
          <a:p>
            <a:pPr lvl="1"/>
            <a:r>
              <a:rPr lang="es-ES"/>
              <a:t>Calendario más expresivo mostrando rutas recomendadas para solución de tarea, por ejemplo, creando una hoja de ruta sobre las tareas de la próxima semana</a:t>
            </a:r>
          </a:p>
          <a:p>
            <a:pPr lvl="1"/>
            <a:r>
              <a:rPr lang="es-ES"/>
              <a:t>A parte de la ganada de puntos, también se pueda ganar una moneda que permita ganar trajes y mejorar un perfil virtual, fomentado pequeñas recompensas en mejoras de hábitos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1115795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68</TotalTime>
  <Words>288</Words>
  <Application>Microsoft Office PowerPoint</Application>
  <PresentationFormat>Panorámica</PresentationFormat>
  <Paragraphs>30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Century Gothic</vt:lpstr>
      <vt:lpstr>Wingdings</vt:lpstr>
      <vt:lpstr>Wingdings 3</vt:lpstr>
      <vt:lpstr>Espiral</vt:lpstr>
      <vt:lpstr>Presentación de PowerPoint</vt:lpstr>
      <vt:lpstr>Idea y objetivos </vt:lpstr>
      <vt:lpstr>Arquitectura</vt:lpstr>
      <vt:lpstr>Diseño</vt:lpstr>
      <vt:lpstr>Demo técnica</vt:lpstr>
      <vt:lpstr>Detalles para mejorar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Pérez Carmona</dc:creator>
  <cp:lastModifiedBy>Mario Pérez Carmona</cp:lastModifiedBy>
  <cp:revision>1</cp:revision>
  <dcterms:created xsi:type="dcterms:W3CDTF">2025-12-16T12:56:44Z</dcterms:created>
  <dcterms:modified xsi:type="dcterms:W3CDTF">2025-12-16T14:05:37Z</dcterms:modified>
</cp:coreProperties>
</file>